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1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7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89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C2A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9B13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9B13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40080" cy="73152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Branching Strategy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the long-lived dev branch in favor of a release branch that carries code all the way to production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Lead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main + dev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long-lived branches, merged together only right before release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1975104"/>
            <a:ext cx="296265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4713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3986784"/>
            <a:ext cx="296265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425881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work merges here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3246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45152" y="324612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3703320"/>
            <a:ext cx="9144" cy="914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89320" y="3246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62472" y="324612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703320"/>
            <a:ext cx="9144" cy="914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06640" y="3246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79792" y="324612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3703320"/>
            <a:ext cx="9144" cy="914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166360" y="3794760"/>
            <a:ext cx="28346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3680" y="3794760"/>
            <a:ext cx="9144" cy="22860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31920" y="4023360"/>
            <a:ext cx="265176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931920" y="4023360"/>
            <a:ext cx="9144" cy="2057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 flipV="1">
            <a:off x="2377440" y="2542032"/>
            <a:ext cx="9144" cy="1371600"/>
          </a:xfrm>
          <a:prstGeom prst="line">
            <a:avLst/>
          </a:prstGeom>
          <a:noFill/>
          <a:ln w="19050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06040" y="3063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days before release: dev merges into main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52560" y="3794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2C2A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35440" y="3913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41879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drifts ahead of main all sprint — the big merge at release time is where surprises show 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change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dev branch costs us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isn't trustworthy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9514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reflects reality after a manual, once-per-release merge — not continuously.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week absorbs the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2958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accumulated sprint work all collide in a single merge right before go-live.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434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76402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dev, what's tested in QA, and what actually ships to prod can all be different snapshots.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Proposed: named release branches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month over month — shown here for Sep 20 and Oct 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CE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branch is the source of truth for the upcoming release until it reaches production; main represents only the currently deployed production state.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21488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93592" y="2203704"/>
            <a:ext cx="186537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93592" y="242544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deployable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7552" y="3118104"/>
            <a:ext cx="232257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release/2026-09-20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375050"/>
            <a:ext cx="23225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merge in here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306324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85032" y="311810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85032" y="337505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QA → Staging → Prod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306324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62472" y="311810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62472" y="337505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34670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760720" y="334670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87552" y="4626864"/>
            <a:ext cx="232257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release/2026-10-20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883810"/>
            <a:ext cx="23225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merge in here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457200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85032" y="462686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85032" y="488381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QA → Staging → Prod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457200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062472" y="462686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62472" y="488381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2026.10.20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85546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760720" y="485546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26280" y="2651760"/>
            <a:ext cx="9144" cy="1828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148840" y="2834640"/>
            <a:ext cx="23774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148840" y="2834640"/>
            <a:ext cx="9144" cy="22860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148840" y="3630168"/>
            <a:ext cx="9144" cy="941832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520440" y="3675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 cut from here — not from main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63740" y="2400300"/>
            <a:ext cx="9144" cy="662940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532120" y="2400300"/>
            <a:ext cx="1531620" cy="9144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63740" y="4279392"/>
            <a:ext cx="9144" cy="292608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06440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into main the same way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2770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 — Sep 20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 — Oct 20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state, with real branch names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branch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status path a release branch goes through, start to finish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010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7325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from main / prior tip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4894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2209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2209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work merges 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9778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7093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7093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build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4662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977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977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build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9546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46861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6861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build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C2A29"/>
          </a:solidFill>
          <a:ln w="9525">
            <a:solidFill>
              <a:srgbClr val="2C2A2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7325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freeze begins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4894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C2A29"/>
          </a:solidFill>
          <a:ln w="9525">
            <a:solidFill>
              <a:srgbClr val="2C2A2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02209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2209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9778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7093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to main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093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→ main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662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977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977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v2026.MM.DD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9546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46861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6861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retired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6606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76606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91490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91490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6374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6374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21258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921258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378440" y="2258568"/>
            <a:ext cx="9144" cy="493776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783080" y="2752344"/>
            <a:ext cx="859536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783080" y="2752344"/>
            <a:ext cx="9144" cy="493776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057400" y="2496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enters code freeze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4400" y="4315968"/>
            <a:ext cx="10332720" cy="548640"/>
          </a:xfrm>
          <a:prstGeom prst="roundRect">
            <a:avLst>
              <a:gd name="adj" fmla="val 13333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97280" y="431596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main is tagged, the release branch has done its job — delete or archive it. Don't keep shipping into a closed branch.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branches, named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story branches off, gets reviewed, and merges into the open release branch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468880" y="1554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42032" y="1609344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42032" y="18059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SSO login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9144" cy="13716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45152" y="1609344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5152" y="18059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ID upload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011680"/>
            <a:ext cx="9144" cy="13716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75120" y="1554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48272" y="1609344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48272" y="18059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audit log schema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011680"/>
            <a:ext cx="9144" cy="13716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383280" y="2148840"/>
            <a:ext cx="42062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0" y="2148840"/>
            <a:ext cx="9144" cy="1828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25112" y="2432304"/>
            <a:ext cx="232257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release/2026-09-20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25112" y="2689250"/>
            <a:ext cx="23225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 in per sprint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237744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068312" y="2432304"/>
            <a:ext cx="22311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68312" y="2689250"/>
            <a:ext cx="22311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QA → Staging → Prod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46920" y="237744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720072" y="2432304"/>
            <a:ext cx="22311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20072" y="2689250"/>
            <a:ext cx="22311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660904"/>
            <a:ext cx="27432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372600" y="2660904"/>
            <a:ext cx="27432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71600" y="3355848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554480" y="33558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pattern:  feature/US-&lt;story id&gt;-&lt;short description&gt;  → PR into the open release branch, never into main.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naming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new sprint mid-release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Sep 20 release is locked and in validation — where does next sprint's work go?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 new branch from the locked release branch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 the tip of release/2026-09-20 — not from main, which doesn't have this release yet.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1488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PRs into the new branch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78040" y="26517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for the new sprint come off it, and PRs merge back into it — same pattern, new branch.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389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from main once the old release ships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release/2026-09-20 merges into main, merge main back into the new branch to pick up the tag.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389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hotfixes on the old release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78040" y="489204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hotfix cut against the old release or main must also be merged forward into the new branch.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Hotfixes don't wait for the next release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login-timeout bug found in prod after Sep 20 shipped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15544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30752" y="1609344"/>
            <a:ext cx="213969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30752" y="183108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2026.09.20 (live)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87552" y="2706624"/>
            <a:ext cx="287121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hotfix/2026-09-25-login-fix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963570"/>
            <a:ext cx="287121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prod fix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65176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33672" y="270662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33672" y="296357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Dev → QA → Prod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265176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11112" y="270662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1112" y="296357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2026.09.25-hotfix1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293522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9360" y="293522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9144" cy="1828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23160" y="2240280"/>
            <a:ext cx="23774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23160" y="2240280"/>
            <a:ext cx="9144" cy="4114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12380" y="1805940"/>
            <a:ext cx="9144" cy="845820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43600" y="1805940"/>
            <a:ext cx="1668780" cy="9144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46120" y="399592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19272" y="4050792"/>
            <a:ext cx="2962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release/2026-10-20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9272" y="4307738"/>
            <a:ext cx="2962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— needs this fix too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12380" y="3218688"/>
            <a:ext cx="9144" cy="521208"/>
          </a:xfrm>
          <a:prstGeom prst="line">
            <a:avLst/>
          </a:prstGeom>
          <a:noFill/>
          <a:ln w="19050">
            <a:solidFill>
              <a:srgbClr val="2C2A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612380" y="3739896"/>
            <a:ext cx="0" cy="9144"/>
          </a:xfrm>
          <a:prstGeom prst="line">
            <a:avLst/>
          </a:prstGeom>
          <a:noFill/>
          <a:ln w="19050">
            <a:solidFill>
              <a:srgbClr val="2C2A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3739896"/>
            <a:ext cx="9144" cy="256032"/>
          </a:xfrm>
          <a:prstGeom prst="line">
            <a:avLst/>
          </a:prstGeom>
          <a:noFill/>
          <a:ln w="19050">
            <a:solidFill>
              <a:srgbClr val="2C2A2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49540" y="3355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forward-merge — don't let the open release branch miss this fix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examples from the Sep 20 / Oct 20 releases already on the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conflicts with a locked release?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release branch is still open, the fix merges straight into it and main. Once closed, cut the hotfix from main instead and forward-merge it into whichever release branch is open.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login-timeout bug surfaces Sep 25, five days after release/2026-09-20 shipped and closed. hotfix/2026-09-25-login-fix branches from main and forward-merges into release/2026-10-20.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releases running at once?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release in validation and the next sprint's branch coexist. They sync via the “cut from tip” rule and the post-ship merge-from-main step.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Sep 18, release/2026-09-20 is locked in Staging. The team opens release/2026-10-20 by branching from release/2026-09-20's tip, so next sprint isn't blocked waiting for go-live.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5074920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51480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roll back?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4223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the last known-good deployed state, so rolling back means redeploying its previous tag — no branch archaeology.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80644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tagged 2026.09.20. A problem surfaces the next morning: redeploy tag 2026.08.20 (the prior release) straight from main's history.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 (1/2)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examples from the Sep 20 / Oct 20 releases already on the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QA re-test everything each time?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only the delta introduced since the last QA pass on that branch, whether from feature PRs or a hotfix.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release/2026-09-20 passed full QA on Sep 12. When US-104 merges in on Sep 15, QA re-tests only US-104's changes, not the whole release again.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release branch be locked?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apply branch protection once it enters Staging/Prod validation; only approved hotfix commits get in after that.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release/2026-09-20 is locked on Sep 17, three days before go-live. After that, US-105 can't merge in — it waits for release/2026-10-20 instead.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5074920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51480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merge into a release branch?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4223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PRs: normal peer review. Merge to main and any post-lock hotfix: requires lead / release-owner approval.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80644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US-101 through US-103 merge into release/2026-09-20 through standard PR review. The final merge of release/2026-09-20 into main needs the release owner's sign-off.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 (2/2)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branch from, and where to raise your PR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0" cy="502920"/>
          </a:xfrm>
          <a:prstGeom prst="rect">
            <a:avLst/>
          </a:prstGeom>
          <a:solidFill>
            <a:srgbClr val="2C2A29"/>
          </a:solidFill>
          <a:ln w="12700">
            <a:solidFill>
              <a:srgbClr val="F7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874520"/>
            <a:ext cx="3840480" cy="502920"/>
          </a:xfrm>
          <a:prstGeom prst="rect">
            <a:avLst/>
          </a:prstGeom>
          <a:solidFill>
            <a:srgbClr val="2C2A29"/>
          </a:solidFill>
          <a:ln w="12700">
            <a:solidFill>
              <a:srgbClr val="F7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50208" y="18745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502920"/>
          </a:xfrm>
          <a:prstGeom prst="rect">
            <a:avLst/>
          </a:prstGeom>
          <a:solidFill>
            <a:srgbClr val="2C2A29"/>
          </a:solidFill>
          <a:ln w="12700">
            <a:solidFill>
              <a:srgbClr val="F7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90688" y="187452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23774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sprint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3774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50208" y="2377440"/>
            <a:ext cx="362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open release branch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23774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90688" y="2377440"/>
            <a:ext cx="3712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release branch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291840" cy="685800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30632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sprint, prior release locked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063240"/>
            <a:ext cx="3840480" cy="685800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50208" y="3063240"/>
            <a:ext cx="362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of the locked release branch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80960" y="3063240"/>
            <a:ext cx="3931920" cy="685800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90688" y="3063240"/>
            <a:ext cx="3712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 branch you create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" y="37490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finishes prod validation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840480" y="37490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50208" y="3749040"/>
            <a:ext cx="362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nothing to branch; this closes the release out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37490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90688" y="3749040"/>
            <a:ext cx="3712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branch merges into main; main gets tagged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3291840" cy="685800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8368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hotfix in prod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0" y="4434840"/>
            <a:ext cx="3840480" cy="685800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950208" y="4434840"/>
            <a:ext cx="362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or the release branch that's actually live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80960" y="4434840"/>
            <a:ext cx="3931920" cy="685800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790688" y="4434840"/>
            <a:ext cx="3712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main, AND forward-merge into any release branch still open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CE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rows aren't things you branch for — row 3 is the automatic final step of a release, and row 4 is an out-of-band fix that must land in both main and any release branch still in flight.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worth the change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26771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deployable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checking whether main actually reflects prod.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29400" y="226771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0" y="2359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commit, every environment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commit validated in QA reaches prod. (Full immutable-artifact promotion depends on your CI/CD — confirm that's how yours works.)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391363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005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calmer release windows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massive dev-to-main merge sitting on the critical path.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657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29400" y="391363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4005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rollback point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9400" y="43891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the last known-good, deployed state.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9B13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640080" cy="73152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&amp; next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 branch cutover starts this sprint — reach out to your lead with any branching questions before then.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1429</Words>
  <Application>Microsoft Office PowerPoint</Application>
  <PresentationFormat>Widescreen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kuppala</cp:lastModifiedBy>
  <cp:revision>2</cp:revision>
  <dcterms:created xsi:type="dcterms:W3CDTF">2026-09-10T05:02:39Z</dcterms:created>
  <dcterms:modified xsi:type="dcterms:W3CDTF">2026-09-10T05:05:14Z</dcterms:modified>
</cp:coreProperties>
</file>